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CADCFC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CADCFC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Accent Bar Top"/>
          <p:cNvSpPr/>
          <p:nvPr/>
        </p:nvSpPr>
        <p:spPr>
          <a:xfrm>
            <a:off x="0" y="0"/>
            <a:ext cx="12192000" cy="4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Accent Bar Bottom"/>
          <p:cNvSpPr/>
          <p:nvPr/>
        </p:nvSpPr>
        <p:spPr>
          <a:xfrm>
            <a:off x="0" y="6804000"/>
            <a:ext cx="12192000" cy="19000"/>
          </a:xfrm>
          <a:prstGeom prst="rect">
            <a:avLst/>
          </a:prstGeom>
          <a:solidFill>
            <a:srgbClr val="C9A24B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 b="1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2026-09-04T20:18:33Z</dcterms:modified>
  <cp:category/>
</cp:coreProperties>
</file>