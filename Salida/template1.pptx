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4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Marco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{BA8E11C6-BE40-44E9-8480-97BAE6DC25DE}TF5b254a55-10e1-4643-bbf8-937ce7de93d83aed2511-421f23574725</Template>
  <TotalTime>0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3" baseType="lpstr">
      <vt:lpstr>Corbel</vt:lpstr>
      <vt:lpstr>Wingdings 2</vt:lpstr>
      <vt:lpstr>Marco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ALBERTO ALEXIS ADONAI</dc:creator>
  <cp:lastModifiedBy>MORALES ALBERTO ALEXIS ADONAI</cp:lastModifiedBy>
  <cp:revision>1</cp:revision>
  <dcterms:created xsi:type="dcterms:W3CDTF">2026-09-04T03:42:36Z</dcterms:created>
  <dcterms:modified xsi:type="dcterms:W3CDTF">2026-09-04T03:43:10Z</dcterms:modified>
</cp:coreProperties>
</file>